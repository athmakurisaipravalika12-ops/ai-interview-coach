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37" d="100"/>
          <a:sy n="37" d="100"/>
        </p:scale>
        <p:origin x="6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1CF2-0A29-49AF-AC3C-FB0F51E7333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F719B-9796-4F1D-B358-E6CF2016E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65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1CF2-0A29-49AF-AC3C-FB0F51E7333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F719B-9796-4F1D-B358-E6CF2016E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80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1CF2-0A29-49AF-AC3C-FB0F51E7333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F719B-9796-4F1D-B358-E6CF2016E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28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1CF2-0A29-49AF-AC3C-FB0F51E7333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F719B-9796-4F1D-B358-E6CF2016E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45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1CF2-0A29-49AF-AC3C-FB0F51E7333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F719B-9796-4F1D-B358-E6CF2016E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81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1CF2-0A29-49AF-AC3C-FB0F51E7333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F719B-9796-4F1D-B358-E6CF2016E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380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1CF2-0A29-49AF-AC3C-FB0F51E7333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F719B-9796-4F1D-B358-E6CF2016E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8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1CF2-0A29-49AF-AC3C-FB0F51E7333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F719B-9796-4F1D-B358-E6CF2016E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03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1CF2-0A29-49AF-AC3C-FB0F51E7333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F719B-9796-4F1D-B358-E6CF2016E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68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1CF2-0A29-49AF-AC3C-FB0F51E7333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F719B-9796-4F1D-B358-E6CF2016E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94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1CF2-0A29-49AF-AC3C-FB0F51E7333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F719B-9796-4F1D-B358-E6CF2016E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12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21CF2-0A29-49AF-AC3C-FB0F51E7333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F719B-9796-4F1D-B358-E6CF2016E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3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AI Interview Coach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Hackathon Project</a:t>
            </a:r>
          </a:p>
          <a:p>
            <a:r>
              <a:rPr lang="en-US" dirty="0" smtClean="0"/>
              <a:t>Presented by: </a:t>
            </a:r>
            <a:r>
              <a:rPr lang="en-US" dirty="0" err="1" smtClean="0"/>
              <a:t>Athmakuri</a:t>
            </a:r>
            <a:r>
              <a:rPr lang="en-US" dirty="0" smtClean="0"/>
              <a:t> </a:t>
            </a:r>
            <a:r>
              <a:rPr lang="en-US" dirty="0" err="1" smtClean="0"/>
              <a:t>Saipravalika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20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Title:</a:t>
            </a:r>
            <a:br>
              <a:rPr lang="en-US" dirty="0" smtClean="0"/>
            </a:br>
            <a:r>
              <a:rPr lang="en-US" dirty="0" smtClean="0"/>
              <a:t>    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students struggle to prepare for technical interviews due to lack of practice, guidance, and personalized feedback.</a:t>
            </a:r>
          </a:p>
          <a:p>
            <a:endParaRPr lang="en-US" dirty="0" smtClean="0"/>
          </a:p>
          <a:p>
            <a:r>
              <a:rPr lang="en-US" dirty="0" smtClean="0"/>
              <a:t>Traditional preparation methods do not provide real-time evaluation or improvement suggestions.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913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Title:</a:t>
            </a:r>
            <a:br>
              <a:rPr lang="en-US" dirty="0" smtClean="0"/>
            </a:br>
            <a:r>
              <a:rPr lang="en-US" dirty="0" smtClean="0"/>
              <a:t>Proposed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Content:</a:t>
            </a:r>
          </a:p>
          <a:p>
            <a:pPr marL="0" indent="0">
              <a:buNone/>
            </a:pPr>
            <a:r>
              <a:rPr lang="en-US" dirty="0" smtClean="0"/>
              <a:t>AI Interview Coach is an intelligent platform that conducts mock interviews, evaluates answers, and provides personalized feedback.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system helps students improve their interview skills and confidence.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82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ea typeface="Calibri" panose="020F0502020204030204" pitchFamily="34" charset="0"/>
              </a:rPr>
              <a:t>Title:</a:t>
            </a:r>
            <a:br>
              <a:rPr lang="en-US" dirty="0" smtClean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dirty="0" smtClean="0">
                <a:latin typeface="Arial" panose="020B0604020202020204" pitchFamily="34" charset="0"/>
                <a:ea typeface="Calibri" panose="020F0502020204030204" pitchFamily="34" charset="0"/>
              </a:rPr>
              <a:t>Key Features</a:t>
            </a:r>
            <a:endParaRPr lang="en-US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 smtClean="0"/>
              <a:t>Content:</a:t>
            </a:r>
          </a:p>
          <a:p>
            <a:pPr marL="0" indent="0">
              <a:buNone/>
            </a:pPr>
            <a:r>
              <a:rPr lang="en-US" dirty="0" smtClean="0"/>
              <a:t>• User Registration and Login</a:t>
            </a:r>
          </a:p>
          <a:p>
            <a:pPr marL="0" indent="0">
              <a:buNone/>
            </a:pPr>
            <a:r>
              <a:rPr lang="en-US" dirty="0" smtClean="0"/>
              <a:t>• Topic Selection (Python, SQL, Flask)</a:t>
            </a:r>
          </a:p>
          <a:p>
            <a:pPr marL="0" indent="0">
              <a:buNone/>
            </a:pPr>
            <a:r>
              <a:rPr lang="en-US" dirty="0" smtClean="0"/>
              <a:t>• Mock Interview Sessions</a:t>
            </a:r>
          </a:p>
          <a:p>
            <a:pPr marL="0" indent="0">
              <a:buNone/>
            </a:pPr>
            <a:r>
              <a:rPr lang="en-US" dirty="0" smtClean="0"/>
              <a:t>• AI-Based Evaluation</a:t>
            </a:r>
          </a:p>
          <a:p>
            <a:pPr marL="0" indent="0">
              <a:buNone/>
            </a:pPr>
            <a:r>
              <a:rPr lang="en-US" dirty="0" smtClean="0"/>
              <a:t>• Performance Scoring</a:t>
            </a:r>
          </a:p>
          <a:p>
            <a:pPr marL="0" indent="0">
              <a:buNone/>
            </a:pPr>
            <a:r>
              <a:rPr lang="en-US" dirty="0" smtClean="0"/>
              <a:t>• Personalized Feedback</a:t>
            </a:r>
          </a:p>
          <a:p>
            <a:pPr marL="0" indent="0">
              <a:buNone/>
            </a:pPr>
            <a:r>
              <a:rPr lang="en-US" dirty="0" smtClean="0"/>
              <a:t>• Progress Tracking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73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Title:</a:t>
            </a:r>
            <a:br>
              <a:rPr lang="en-US" dirty="0" smtClean="0"/>
            </a:br>
            <a:r>
              <a:rPr lang="en-US" dirty="0" smtClean="0"/>
              <a:t>Project Workflow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Content:</a:t>
            </a:r>
          </a:p>
          <a:p>
            <a:r>
              <a:rPr lang="en-US" dirty="0" smtClean="0"/>
              <a:t>User Login</a:t>
            </a:r>
          </a:p>
          <a:p>
            <a:r>
              <a:rPr lang="en-US" dirty="0" smtClean="0"/>
              <a:t>      ↓</a:t>
            </a:r>
          </a:p>
          <a:p>
            <a:r>
              <a:rPr lang="en-US" dirty="0" smtClean="0"/>
              <a:t>Select Topic</a:t>
            </a:r>
          </a:p>
          <a:p>
            <a:r>
              <a:rPr lang="en-US" dirty="0" smtClean="0"/>
              <a:t>      ↓</a:t>
            </a:r>
          </a:p>
          <a:p>
            <a:r>
              <a:rPr lang="en-US" dirty="0" smtClean="0"/>
              <a:t>AI Generates Questions</a:t>
            </a:r>
          </a:p>
          <a:p>
            <a:r>
              <a:rPr lang="en-US" dirty="0" smtClean="0"/>
              <a:t>      ↓</a:t>
            </a:r>
          </a:p>
          <a:p>
            <a:r>
              <a:rPr lang="en-US" dirty="0" smtClean="0"/>
              <a:t>User Answers Questions</a:t>
            </a:r>
          </a:p>
          <a:p>
            <a:r>
              <a:rPr lang="en-US" dirty="0" smtClean="0"/>
              <a:t>      ↓</a:t>
            </a:r>
          </a:p>
          <a:p>
            <a:r>
              <a:rPr lang="en-US" dirty="0" smtClean="0"/>
              <a:t>AI Evaluates Answers</a:t>
            </a:r>
          </a:p>
          <a:p>
            <a:r>
              <a:rPr lang="en-US" dirty="0" smtClean="0"/>
              <a:t>      ↓</a:t>
            </a:r>
          </a:p>
          <a:p>
            <a:r>
              <a:rPr lang="en-US" dirty="0" smtClean="0"/>
              <a:t>Score and Feedback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72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Title:</a:t>
            </a:r>
            <a:br>
              <a:rPr lang="en-US" dirty="0" smtClean="0"/>
            </a:br>
            <a:r>
              <a:rPr lang="en-US" dirty="0" smtClean="0"/>
              <a:t>Technology 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Content:</a:t>
            </a:r>
          </a:p>
          <a:p>
            <a:pPr marL="0" indent="0">
              <a:buNone/>
            </a:pPr>
            <a:r>
              <a:rPr lang="en-US" dirty="0" smtClean="0"/>
              <a:t>Frontend:</a:t>
            </a:r>
          </a:p>
          <a:p>
            <a:r>
              <a:rPr lang="en-US" dirty="0" smtClean="0"/>
              <a:t>• HTML</a:t>
            </a:r>
          </a:p>
          <a:p>
            <a:r>
              <a:rPr lang="en-US" dirty="0" smtClean="0"/>
              <a:t>• CSS</a:t>
            </a:r>
          </a:p>
          <a:p>
            <a:r>
              <a:rPr lang="en-US" dirty="0" smtClean="0"/>
              <a:t>• JavaScript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Backend:</a:t>
            </a:r>
          </a:p>
          <a:p>
            <a:pPr marL="0" indent="0">
              <a:buNone/>
            </a:pPr>
            <a:r>
              <a:rPr lang="en-US" dirty="0" smtClean="0"/>
              <a:t>• Python</a:t>
            </a:r>
          </a:p>
          <a:p>
            <a:pPr marL="0" indent="0">
              <a:buNone/>
            </a:pPr>
            <a:r>
              <a:rPr lang="en-US" dirty="0" smtClean="0"/>
              <a:t>• Flask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Database:</a:t>
            </a:r>
          </a:p>
          <a:p>
            <a:r>
              <a:rPr lang="en-US" dirty="0" smtClean="0"/>
              <a:t>• SQLite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AI:</a:t>
            </a:r>
          </a:p>
          <a:p>
            <a:r>
              <a:rPr lang="en-US" dirty="0" smtClean="0"/>
              <a:t>• Large Language Model (LLM)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098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Title:</a:t>
            </a:r>
            <a:br>
              <a:rPr lang="en-US" dirty="0" smtClean="0"/>
            </a:br>
            <a:r>
              <a:rPr lang="en-US" dirty="0" smtClean="0"/>
              <a:t>Expected Impact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Content:</a:t>
            </a:r>
          </a:p>
          <a:p>
            <a:pPr marL="0" indent="0">
              <a:buNone/>
            </a:pPr>
            <a:r>
              <a:rPr lang="en-US" dirty="0" smtClean="0"/>
              <a:t>• Improves interview preparation</a:t>
            </a:r>
          </a:p>
          <a:p>
            <a:pPr marL="0" indent="0">
              <a:buNone/>
            </a:pPr>
            <a:r>
              <a:rPr lang="en-US" dirty="0" smtClean="0"/>
              <a:t>• Builds confidence</a:t>
            </a:r>
          </a:p>
          <a:p>
            <a:pPr marL="0" indent="0">
              <a:buNone/>
            </a:pPr>
            <a:r>
              <a:rPr lang="en-US" dirty="0" smtClean="0"/>
              <a:t>• Provides instant feedback</a:t>
            </a:r>
          </a:p>
          <a:p>
            <a:pPr marL="0" indent="0">
              <a:buNone/>
            </a:pPr>
            <a:r>
              <a:rPr lang="en-US" dirty="0" smtClean="0"/>
              <a:t>• Helps students become job-ready</a:t>
            </a:r>
          </a:p>
          <a:p>
            <a:pPr marL="0" indent="0">
              <a:buNone/>
            </a:pPr>
            <a:r>
              <a:rPr lang="en-US" dirty="0" smtClean="0"/>
              <a:t>• Makes interview practice accessible to everyone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75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Title:</a:t>
            </a:r>
            <a:br>
              <a:rPr lang="en-US" dirty="0" smtClean="0"/>
            </a:br>
            <a:r>
              <a:rPr lang="en-US" dirty="0" smtClean="0"/>
              <a:t>Future Enhancements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Content:</a:t>
            </a:r>
          </a:p>
          <a:p>
            <a:pPr marL="0" indent="0">
              <a:buNone/>
            </a:pPr>
            <a:r>
              <a:rPr lang="en-US" dirty="0" smtClean="0"/>
              <a:t>• Voice-Based Interviews</a:t>
            </a:r>
          </a:p>
          <a:p>
            <a:pPr marL="0" indent="0">
              <a:buNone/>
            </a:pPr>
            <a:r>
              <a:rPr lang="en-US" dirty="0" smtClean="0"/>
              <a:t>• Resume Analysis</a:t>
            </a:r>
          </a:p>
          <a:p>
            <a:pPr marL="0" indent="0">
              <a:buNone/>
            </a:pPr>
            <a:r>
              <a:rPr lang="en-US" dirty="0" smtClean="0"/>
              <a:t>• Company-Specific Questions</a:t>
            </a:r>
          </a:p>
          <a:p>
            <a:pPr marL="0" indent="0">
              <a:buNone/>
            </a:pPr>
            <a:r>
              <a:rPr lang="en-US" dirty="0" smtClean="0"/>
              <a:t>• Career Guidance</a:t>
            </a:r>
          </a:p>
          <a:p>
            <a:pPr marL="0" indent="0">
              <a:buNone/>
            </a:pPr>
            <a:r>
              <a:rPr lang="en-US" dirty="0" smtClean="0"/>
              <a:t>• Multi-Language Support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279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Title:</a:t>
            </a:r>
            <a:br>
              <a:rPr lang="en-US" dirty="0" smtClean="0"/>
            </a:br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Content:</a:t>
            </a:r>
          </a:p>
          <a:p>
            <a:r>
              <a:rPr lang="en-US" dirty="0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365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227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AI Interview Coach</vt:lpstr>
      <vt:lpstr>Title:     Problem Statement</vt:lpstr>
      <vt:lpstr>Title: Proposed Solution</vt:lpstr>
      <vt:lpstr>Title: Key Features</vt:lpstr>
      <vt:lpstr>Title: Project Workflow</vt:lpstr>
      <vt:lpstr>Title: Technology Stack</vt:lpstr>
      <vt:lpstr>Title: Expected Impact</vt:lpstr>
      <vt:lpstr>Title: Future Enhancements</vt:lpstr>
      <vt:lpstr>Title: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Interview Coach</dc:title>
  <dc:creator>pravallika</dc:creator>
  <cp:lastModifiedBy>pravallika</cp:lastModifiedBy>
  <cp:revision>3</cp:revision>
  <dcterms:created xsi:type="dcterms:W3CDTF">2026-05-30T15:15:04Z</dcterms:created>
  <dcterms:modified xsi:type="dcterms:W3CDTF">2026-05-30T15:33:02Z</dcterms:modified>
</cp:coreProperties>
</file>